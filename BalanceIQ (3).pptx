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1" r:id="rId5"/>
    <p:sldId id="263" r:id="rId6"/>
    <p:sldId id="265" r:id="rId7"/>
    <p:sldId id="264" r:id="rId8"/>
    <p:sldId id="271" r:id="rId9"/>
    <p:sldId id="267" r:id="rId10"/>
    <p:sldId id="269" r:id="rId11"/>
    <p:sldId id="270" r:id="rId12"/>
  </p:sldIdLst>
  <p:sldSz cx="14630400" cy="8229600"/>
  <p:notesSz cx="8229600" cy="14630400"/>
  <p:embeddedFontLst>
    <p:embeddedFont>
      <p:font typeface="Raleway Medium" pitchFamily="2" charset="0"/>
      <p:regular r:id="rId14"/>
      <p: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991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37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7462" y="2405182"/>
            <a:ext cx="7381875" cy="96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50"/>
              </a:lnSpc>
              <a:buNone/>
            </a:pPr>
            <a:r>
              <a:rPr lang="en-US" sz="60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BalanceIQ</a:t>
            </a:r>
            <a:endParaRPr lang="en-US" sz="6050" dirty="0"/>
          </a:p>
        </p:txBody>
      </p:sp>
      <p:sp>
        <p:nvSpPr>
          <p:cNvPr id="4" name="Text 1"/>
          <p:cNvSpPr/>
          <p:nvPr/>
        </p:nvSpPr>
        <p:spPr>
          <a:xfrm>
            <a:off x="6367462" y="3747849"/>
            <a:ext cx="7381875" cy="503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2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Presented by 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367462" y="4534376"/>
            <a:ext cx="7381875" cy="503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2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Abhinav Sharma  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6367462" y="5320903"/>
            <a:ext cx="7381875" cy="503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2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Kiruthickranjan K S</a:t>
            </a:r>
            <a:endParaRPr lang="en-US" sz="24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45F860-8464-E5A3-CF58-6A706467E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9473" y="7702141"/>
            <a:ext cx="2890927" cy="5033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826532"/>
            <a:ext cx="6706195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What is BalanceIQ: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81063" y="1903333"/>
            <a:ext cx="7381875" cy="1510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2450" dirty="0">
                <a:solidFill>
                  <a:srgbClr val="D7D4CC"/>
                </a:solidFill>
                <a:latin typeface="Raleway Medium" pitchFamily="34" charset="0"/>
              </a:rPr>
              <a:t>BalanceIQ is a complete health tracking app that lets users log physical activity, meals, mood, and a personalized health metric daily in one place</a:t>
            </a:r>
          </a:p>
          <a:p>
            <a:pPr marL="0" indent="0" algn="l">
              <a:lnSpc>
                <a:spcPts val="3950"/>
              </a:lnSpc>
              <a:buNone/>
            </a:pPr>
            <a:endParaRPr lang="en-US" sz="2450" dirty="0">
              <a:solidFill>
                <a:srgbClr val="D7D4CC"/>
              </a:solidFill>
              <a:latin typeface="Raleway Medium" pitchFamily="34" charset="0"/>
            </a:endParaRPr>
          </a:p>
          <a:p>
            <a:pPr marL="0" indent="0" algn="l">
              <a:lnSpc>
                <a:spcPts val="3950"/>
              </a:lnSpc>
              <a:buNone/>
            </a:pPr>
            <a:r>
              <a:rPr lang="en-US" sz="2450" dirty="0">
                <a:solidFill>
                  <a:srgbClr val="D7D4CC"/>
                </a:solidFill>
                <a:latin typeface="Raleway Medium" pitchFamily="34" charset="0"/>
              </a:rPr>
              <a:t>This data helps users reflect on their habits and share it with doctors or therapists to track their overall progress.</a:t>
            </a:r>
          </a:p>
        </p:txBody>
      </p:sp>
      <p:sp>
        <p:nvSpPr>
          <p:cNvPr id="5" name="Text 2"/>
          <p:cNvSpPr/>
          <p:nvPr/>
        </p:nvSpPr>
        <p:spPr>
          <a:xfrm>
            <a:off x="881063" y="3696653"/>
            <a:ext cx="7381875" cy="3020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881063" y="7000161"/>
            <a:ext cx="73818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1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6148" y="331344"/>
            <a:ext cx="7826573" cy="869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4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Why BalanceIQ?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81063" y="1593771"/>
            <a:ext cx="4642485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50" y="1201103"/>
            <a:ext cx="4464768" cy="66971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65056" y="1572775"/>
            <a:ext cx="3988832" cy="36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Single-Focus Health Apps: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930265" y="2137410"/>
            <a:ext cx="7826573" cy="1217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Most health apps concentrate on a single domain—whether diet, exercise, or mental well-being—rather than providing an integrated, holistic view of overall health.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930265" y="3266242"/>
            <a:ext cx="7826573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30265" y="3757017"/>
            <a:ext cx="2909292" cy="36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Lack of Insights</a:t>
            </a:r>
            <a:r>
              <a:rPr lang="en-US" sz="2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: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5930265" y="4284344"/>
            <a:ext cx="7826573" cy="999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Without personalized analytics, users struggle to spot trends and make data-driven decisions about their health.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81063" y="7092196"/>
            <a:ext cx="181820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22369" y="7092196"/>
            <a:ext cx="181820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A3CD96-63C0-139B-2327-E51DD38DE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9739" y="7676147"/>
            <a:ext cx="3001310" cy="522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6767" y="105879"/>
            <a:ext cx="3753852" cy="98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Key Features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98589" y="932603"/>
            <a:ext cx="4350619" cy="3369890"/>
          </a:xfrm>
          <a:prstGeom prst="roundRect">
            <a:avLst>
              <a:gd name="adj" fmla="val 14438"/>
            </a:avLst>
          </a:prstGeom>
          <a:solidFill>
            <a:srgbClr val="46464A"/>
          </a:solidFill>
          <a:ln/>
        </p:spPr>
        <p:txBody>
          <a:bodyPr/>
          <a:lstStyle/>
          <a:p>
            <a:r>
              <a:rPr lang="en-IN" sz="2400" dirty="0">
                <a:solidFill>
                  <a:schemeClr val="bg1"/>
                </a:solidFill>
                <a:latin typeface="Raleway Medium" pitchFamily="2" charset="0"/>
              </a:rPr>
              <a:t>Authentication API:</a:t>
            </a:r>
          </a:p>
          <a:p>
            <a:endParaRPr lang="en-IN" sz="2000" dirty="0">
              <a:solidFill>
                <a:schemeClr val="bg1"/>
              </a:solidFill>
              <a:latin typeface="Raleway Medium" pitchFamily="2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Raleway Medium" pitchFamily="2" charset="0"/>
              </a:rPr>
              <a:t>Secures user registration and login system.</a:t>
            </a:r>
          </a:p>
          <a:p>
            <a:endParaRPr lang="en-IN" sz="2000" dirty="0">
              <a:solidFill>
                <a:schemeClr val="bg1"/>
              </a:solidFill>
              <a:latin typeface="Raleway Medium" pitchFamily="2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Raleway Medium" pitchFamily="2" charset="0"/>
              </a:rPr>
              <a:t>Used JWT tokens for enhanced security.</a:t>
            </a:r>
          </a:p>
          <a:p>
            <a:endParaRPr lang="en-IN" sz="2000" dirty="0">
              <a:solidFill>
                <a:schemeClr val="bg1"/>
              </a:solidFill>
              <a:latin typeface="Raleway Medium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32761" y="3117294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907457" y="1012241"/>
            <a:ext cx="2929100" cy="2454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949547" y="3617952"/>
            <a:ext cx="3061692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1950" dirty="0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5AD61E43-8413-C30E-7C90-BF6D7A647C1A}"/>
              </a:ext>
            </a:extLst>
          </p:cNvPr>
          <p:cNvSpPr/>
          <p:nvPr/>
        </p:nvSpPr>
        <p:spPr>
          <a:xfrm>
            <a:off x="4823912" y="967017"/>
            <a:ext cx="4350619" cy="3370724"/>
          </a:xfrm>
          <a:prstGeom prst="roundRect">
            <a:avLst>
              <a:gd name="adj" fmla="val 14438"/>
            </a:avLst>
          </a:prstGeom>
          <a:solidFill>
            <a:srgbClr val="46464A"/>
          </a:solidFill>
          <a:ln/>
        </p:spPr>
        <p:txBody>
          <a:bodyPr/>
          <a:lstStyle/>
          <a:p>
            <a:r>
              <a:rPr lang="en-IN" sz="2400" dirty="0">
                <a:solidFill>
                  <a:schemeClr val="bg1"/>
                </a:solidFill>
                <a:latin typeface="Raleway Medium" pitchFamily="2" charset="0"/>
              </a:rPr>
              <a:t>Gateway API:</a:t>
            </a:r>
          </a:p>
          <a:p>
            <a:endParaRPr lang="en-IN" sz="2400" dirty="0">
              <a:solidFill>
                <a:schemeClr val="bg1"/>
              </a:solidFill>
              <a:latin typeface="Raleway Medium" pitchFamily="2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Raleway Medium" pitchFamily="2" charset="0"/>
              </a:rPr>
              <a:t>Used Ocelot to centralize routing and simplify communication between the microservices.</a:t>
            </a:r>
          </a:p>
          <a:p>
            <a:endParaRPr lang="en-IN" sz="2000" dirty="0">
              <a:solidFill>
                <a:schemeClr val="bg1"/>
              </a:solidFill>
              <a:latin typeface="Raleway Medium" pitchFamily="2" charset="0"/>
            </a:endParaRPr>
          </a:p>
          <a:p>
            <a:endParaRPr lang="en-IN" sz="2000" dirty="0">
              <a:solidFill>
                <a:schemeClr val="bg1"/>
              </a:solidFill>
              <a:latin typeface="Raleway Medium" pitchFamily="2" charset="0"/>
            </a:endParaRP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581A8C6C-F295-D13C-321F-078954AEE6B6}"/>
              </a:ext>
            </a:extLst>
          </p:cNvPr>
          <p:cNvSpPr/>
          <p:nvPr/>
        </p:nvSpPr>
        <p:spPr>
          <a:xfrm>
            <a:off x="9673391" y="1002267"/>
            <a:ext cx="4350619" cy="3300225"/>
          </a:xfrm>
          <a:prstGeom prst="roundRect">
            <a:avLst>
              <a:gd name="adj" fmla="val 14438"/>
            </a:avLst>
          </a:prstGeom>
          <a:solidFill>
            <a:srgbClr val="46464A"/>
          </a:solidFill>
          <a:ln/>
        </p:spPr>
        <p:txBody>
          <a:bodyPr/>
          <a:lstStyle/>
          <a:p>
            <a:r>
              <a:rPr lang="en-IN" sz="2400" dirty="0">
                <a:solidFill>
                  <a:schemeClr val="bg1"/>
                </a:solidFill>
              </a:rPr>
              <a:t>Health Metrics API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  <a:latin typeface="Raleway Medium" pitchFamily="2" charset="0"/>
              </a:rPr>
              <a:t>It offers a flexible way for users to track specific health metrics daily, based on their individual needs</a:t>
            </a:r>
          </a:p>
          <a:p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1D3D3D2E-2755-2B63-90BA-03270240F558}"/>
              </a:ext>
            </a:extLst>
          </p:cNvPr>
          <p:cNvSpPr/>
          <p:nvPr/>
        </p:nvSpPr>
        <p:spPr>
          <a:xfrm>
            <a:off x="60086" y="4529228"/>
            <a:ext cx="4350619" cy="3182527"/>
          </a:xfrm>
          <a:prstGeom prst="roundRect">
            <a:avLst>
              <a:gd name="adj" fmla="val 14438"/>
            </a:avLst>
          </a:prstGeom>
          <a:solidFill>
            <a:srgbClr val="46464A"/>
          </a:solidFill>
          <a:ln/>
        </p:spPr>
        <p:txBody>
          <a:bodyPr/>
          <a:lstStyle/>
          <a:p>
            <a:r>
              <a:rPr lang="en-IN" sz="2400" dirty="0">
                <a:solidFill>
                  <a:schemeClr val="bg1"/>
                </a:solidFill>
                <a:latin typeface="Raleway Medium" pitchFamily="2" charset="0"/>
              </a:rPr>
              <a:t>Exercise API:</a:t>
            </a:r>
          </a:p>
          <a:p>
            <a:endParaRPr lang="en-IN" sz="2400" dirty="0">
              <a:solidFill>
                <a:schemeClr val="bg1"/>
              </a:solidFill>
              <a:latin typeface="Raleway Medium" pitchFamily="2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Raleway Medium" pitchFamily="2" charset="0"/>
              </a:rPr>
              <a:t>It lets users to log their physical activity, including type, duration and date of the workout.</a:t>
            </a:r>
          </a:p>
          <a:p>
            <a:endParaRPr lang="en-IN" sz="2000" dirty="0">
              <a:solidFill>
                <a:schemeClr val="bg1"/>
              </a:solidFill>
              <a:latin typeface="Raleway Medium" pitchFamily="2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Raleway Medium" pitchFamily="2" charset="0"/>
              </a:rPr>
              <a:t>Uses Nutritionix API to automatically calculate calories burned based on the activity.</a:t>
            </a:r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851EBFE9-C76C-AE41-A564-C6A0B7CA0C6A}"/>
              </a:ext>
            </a:extLst>
          </p:cNvPr>
          <p:cNvSpPr/>
          <p:nvPr/>
        </p:nvSpPr>
        <p:spPr>
          <a:xfrm>
            <a:off x="4866738" y="4529228"/>
            <a:ext cx="4350619" cy="3262164"/>
          </a:xfrm>
          <a:prstGeom prst="roundRect">
            <a:avLst>
              <a:gd name="adj" fmla="val 14438"/>
            </a:avLst>
          </a:prstGeom>
          <a:solidFill>
            <a:srgbClr val="46464A"/>
          </a:solidFill>
          <a:ln/>
        </p:spPr>
        <p:txBody>
          <a:bodyPr/>
          <a:lstStyle/>
          <a:p>
            <a:r>
              <a:rPr lang="en-IN" sz="2400" dirty="0">
                <a:solidFill>
                  <a:schemeClr val="bg1"/>
                </a:solidFill>
                <a:latin typeface="Raleway Medium" pitchFamily="2" charset="0"/>
              </a:rPr>
              <a:t>Mental Health API</a:t>
            </a:r>
          </a:p>
          <a:p>
            <a:endParaRPr lang="en-IN" sz="2400" dirty="0">
              <a:solidFill>
                <a:schemeClr val="bg1"/>
              </a:solidFill>
              <a:latin typeface="Raleway Medium" pitchFamily="2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Raleway Medium" pitchFamily="2" charset="0"/>
              </a:rPr>
              <a:t>Allows users to log their moods, notes, and dates to track emotional wellbeing</a:t>
            </a:r>
          </a:p>
          <a:p>
            <a:endParaRPr lang="en-IN" sz="2000" dirty="0">
              <a:solidFill>
                <a:schemeClr val="bg1"/>
              </a:solidFill>
              <a:latin typeface="Raleway Medium" pitchFamily="2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Raleway Medium" pitchFamily="2" charset="0"/>
              </a:rPr>
              <a:t>It also has a meditation dashboard that helps user to practice meditation.</a:t>
            </a:r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185CDD91-BB1C-5FDF-86D2-4136A883F0D3}"/>
              </a:ext>
            </a:extLst>
          </p:cNvPr>
          <p:cNvSpPr/>
          <p:nvPr/>
        </p:nvSpPr>
        <p:spPr>
          <a:xfrm>
            <a:off x="9673391" y="4489411"/>
            <a:ext cx="4350619" cy="3262163"/>
          </a:xfrm>
          <a:prstGeom prst="roundRect">
            <a:avLst>
              <a:gd name="adj" fmla="val 14438"/>
            </a:avLst>
          </a:prstGeom>
          <a:solidFill>
            <a:srgbClr val="46464A"/>
          </a:solidFill>
          <a:ln/>
        </p:spPr>
        <p:txBody>
          <a:bodyPr/>
          <a:lstStyle/>
          <a:p>
            <a:r>
              <a:rPr lang="en-IN" sz="2400" dirty="0">
                <a:solidFill>
                  <a:schemeClr val="bg1"/>
                </a:solidFill>
                <a:latin typeface="Raleway Medium" pitchFamily="2" charset="0"/>
              </a:rPr>
              <a:t>Diet Service API</a:t>
            </a:r>
          </a:p>
          <a:p>
            <a:endParaRPr lang="en-IN" sz="2400" dirty="0">
              <a:solidFill>
                <a:schemeClr val="bg1"/>
              </a:solidFill>
              <a:latin typeface="Raleway Medium" pitchFamily="2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Raleway Medium" pitchFamily="2" charset="0"/>
              </a:rPr>
              <a:t>Users can log meal types with date and time of consumption</a:t>
            </a:r>
          </a:p>
          <a:p>
            <a:endParaRPr lang="en-IN" sz="2000" dirty="0">
              <a:solidFill>
                <a:schemeClr val="bg1"/>
              </a:solidFill>
              <a:latin typeface="Raleway Medium" pitchFamily="2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Raleway Medium" pitchFamily="2" charset="0"/>
              </a:rPr>
              <a:t>User can enter food names, quantities and units to keep track of their daily nutrition.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D4F0F2A-1231-A6A6-9EDA-14C5366E0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9377" y="7751574"/>
            <a:ext cx="2341024" cy="3964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1024771"/>
            <a:ext cx="4555450" cy="454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User Workflow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3" y="1806416"/>
            <a:ext cx="818198" cy="1079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44648" y="1970008"/>
            <a:ext cx="11804690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Register &amp; Profile Setup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944648" y="2395299"/>
            <a:ext cx="11804690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Users register and set-uo personal profiles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63" y="2886075"/>
            <a:ext cx="818198" cy="10796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44648" y="3049667"/>
            <a:ext cx="11804690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Activity Logging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944648" y="3474958"/>
            <a:ext cx="11804690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Log their physical activity , meals, mood and their health metrics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063" y="3965734"/>
            <a:ext cx="818198" cy="10796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44648" y="4129326"/>
            <a:ext cx="11804690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Auto Calorie Burn Calculation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944648" y="4554617"/>
            <a:ext cx="11804690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System automatically calculates the Calories Burned based on the type of the activity and duration of the workout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063" y="5045393"/>
            <a:ext cx="818198" cy="10796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44648" y="5208984"/>
            <a:ext cx="11804690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Dashboard Access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1944648" y="5634276"/>
            <a:ext cx="11804690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Access the Dasboard to maintain the physical and the mental Health of the user</a:t>
            </a:r>
            <a:endParaRPr lang="en-U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E21E03B-00E5-C01D-1AFD-8E1F088AD4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7202" y="7623072"/>
            <a:ext cx="3483198" cy="6065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627" y="496253"/>
            <a:ext cx="3780711" cy="449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31627" y="1180505"/>
            <a:ext cx="13367147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1627" y="1500068"/>
            <a:ext cx="13367147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537" y="627963"/>
            <a:ext cx="10016320" cy="667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1627" y="5948601"/>
            <a:ext cx="13367147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31627" y="6268164"/>
            <a:ext cx="13367147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31627" y="6587728"/>
            <a:ext cx="13367147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31627" y="6907292"/>
            <a:ext cx="13367147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1627" y="7226856"/>
            <a:ext cx="13367147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1627" y="7546419"/>
            <a:ext cx="13367147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694994-ED4A-0B35-8DA6-75839D20D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1895" y="7515950"/>
            <a:ext cx="3928505" cy="6840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CA9A2E-9ABF-AA11-5900-04BD7B64B49D}"/>
              </a:ext>
            </a:extLst>
          </p:cNvPr>
          <p:cNvSpPr txBox="1"/>
          <p:nvPr/>
        </p:nvSpPr>
        <p:spPr>
          <a:xfrm>
            <a:off x="4412338" y="3532472"/>
            <a:ext cx="11112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Raleway Medium" pitchFamily="2" charset="0"/>
              </a:rPr>
              <a:t>Port: 7777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25128"/>
            <a:ext cx="4793381" cy="805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</a:rPr>
              <a:t>Flow Chart:</a:t>
            </a:r>
            <a:endParaRPr lang="en-US" sz="4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18BB763-524F-F389-54BF-F9A06329A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973" y="837398"/>
            <a:ext cx="8171847" cy="70264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9417A00-F21B-2A3B-0155-73C89BB72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1632" y="7781863"/>
            <a:ext cx="1981477" cy="4477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25128"/>
            <a:ext cx="4793381" cy="805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</a:rPr>
              <a:t>Class Diagram:</a:t>
            </a:r>
            <a:endParaRPr lang="en-US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DEFD33-F528-8212-2618-1B3FA9D16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361" y="1178492"/>
            <a:ext cx="8301640" cy="60727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F8EA4C-929D-AA28-9C6D-D753E664F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0883" y="7781863"/>
            <a:ext cx="1981477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63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1470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4054554"/>
            <a:ext cx="7924443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Technology Stack Overview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81063" y="5131356"/>
            <a:ext cx="12868275" cy="2190750"/>
          </a:xfrm>
          <a:prstGeom prst="roundRect">
            <a:avLst>
              <a:gd name="adj" fmla="val 17238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896302" y="5146596"/>
            <a:ext cx="12837795" cy="7200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1148120" y="5305187"/>
            <a:ext cx="4555927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Backend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215063" y="5305187"/>
            <a:ext cx="7267337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ASP.NET Core (Web API) 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896302" y="5866686"/>
            <a:ext cx="12837795" cy="7200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148120" y="6025277"/>
            <a:ext cx="4555927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Frontend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215063" y="6025277"/>
            <a:ext cx="7267337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Angular 18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896302" y="6586776"/>
            <a:ext cx="12837795" cy="7200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148120" y="6745367"/>
            <a:ext cx="4555927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Database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6215063" y="6745367"/>
            <a:ext cx="7267337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SQL Server</a:t>
            </a:r>
            <a:endParaRPr lang="en-US" sz="19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79AFD7-056D-AB8A-C01B-6B11C5535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160" y="7480697"/>
            <a:ext cx="3658240" cy="6370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1635085"/>
            <a:ext cx="6476881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Future Enhancements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81063" y="2711887"/>
            <a:ext cx="7381875" cy="1006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Provide a user focused recommendation AI Powerd Chatbot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881063" y="3806785"/>
            <a:ext cx="7381875" cy="1006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Using an Algorithm that gives Holistic score to the user as feedback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81063" y="4901684"/>
            <a:ext cx="7381875" cy="1006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Utilize fitness devices to automatically collect data instead of relying on manual entries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81063" y="6191607"/>
            <a:ext cx="73818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1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3415427"/>
            <a:ext cx="11189494" cy="1398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0"/>
              </a:lnSpc>
              <a:buNone/>
            </a:pPr>
            <a:r>
              <a:rPr lang="en-US" sz="8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Thank You</a:t>
            </a:r>
            <a:endParaRPr lang="en-US" sz="8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7BEEDE-6291-BC35-81E4-688CAFAE1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1944" y="7665846"/>
            <a:ext cx="3168456" cy="5517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3748</TotalTime>
  <Words>413</Words>
  <Application>Microsoft Office PowerPoint</Application>
  <PresentationFormat>Custom</PresentationFormat>
  <Paragraphs>76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Comfortaa Bold</vt:lpstr>
      <vt:lpstr>Raleway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Abhinav Sharma(UST,IN)</cp:lastModifiedBy>
  <cp:revision>7</cp:revision>
  <dcterms:created xsi:type="dcterms:W3CDTF">2025-04-29T18:04:15Z</dcterms:created>
  <dcterms:modified xsi:type="dcterms:W3CDTF">2025-05-02T11:12:09Z</dcterms:modified>
</cp:coreProperties>
</file>